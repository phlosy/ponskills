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stroprism_style_template_v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stroprism_style_template_v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342"/>
            </a:gs>
            <a:gs pos="60000">
              <a:srgbClr val="1B365D"/>
            </a:gs>
            <a:gs pos="100000">
              <a:srgbClr val="23457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gold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59B27"/>
          </a:solidFill>
          <a:ln>
            <a:noFill/>
          </a:ln>
        </p:spPr>
      </p:sp>
      <p:sp>
        <p:nvSpPr>
          <p:cNvPr id="3" name="bg-subtle-frame"/>
          <p:cNvSpPr/>
          <p:nvPr/>
        </p:nvSpPr>
        <p:spPr>
          <a:xfrm>
            <a:off x="685800" y="609600"/>
            <a:ext cx="10820400" cy="5638800"/>
          </a:xfrm>
          <a:custGeom>
            <a:avLst/>
            <a:gdLst/>
            <a:ahLst/>
            <a:cxnLst/>
            <a:rect l="l" t="t" r="r" b="b"/>
            <a:pathLst>
              <a:path w="10820400" h="5638800">
                <a:moveTo>
                  <a:pt x="0" y="0"/>
                </a:moveTo>
                <a:lnTo>
                  <a:pt x="10820400" y="0"/>
                </a:lnTo>
                <a:lnTo>
                  <a:pt x="10820400" y="5638800"/>
                </a:lnTo>
                <a:lnTo>
                  <a:pt x="0" y="5638800"/>
                </a:lnTo>
                <a:close/>
              </a:path>
            </a:pathLst>
          </a:custGeom>
          <a:noFill/>
          <a:ln w="9525">
            <a:solidFill>
              <a:srgbClr val="335687">
                <a:alpha val="55000"/>
              </a:srgbClr>
            </a:solidFill>
          </a:ln>
        </p:spPr>
      </p:sp>
      <p:sp>
        <p:nvSpPr>
          <p:cNvPr id="4" name="bg-corner-accent"/>
          <p:cNvSpPr/>
          <p:nvPr/>
        </p:nvSpPr>
        <p:spPr>
          <a:xfrm>
            <a:off x="685800" y="609600"/>
            <a:ext cx="10820400" cy="5638800"/>
          </a:xfrm>
          <a:custGeom>
            <a:avLst/>
            <a:gdLst/>
            <a:ahLst/>
            <a:cxnLst/>
            <a:rect l="l" t="t" r="r" b="b"/>
            <a:pathLst>
              <a:path w="10820400" h="5638800">
                <a:moveTo>
                  <a:pt x="0" y="381000"/>
                </a:moveTo>
                <a:lnTo>
                  <a:pt x="0" y="0"/>
                </a:lnTo>
                <a:lnTo>
                  <a:pt x="381000" y="0"/>
                </a:lnTo>
                <a:moveTo>
                  <a:pt x="10439400" y="0"/>
                </a:moveTo>
                <a:lnTo>
                  <a:pt x="10820400" y="0"/>
                </a:lnTo>
                <a:lnTo>
                  <a:pt x="10820400" y="381000"/>
                </a:lnTo>
                <a:moveTo>
                  <a:pt x="0" y="5257800"/>
                </a:moveTo>
                <a:lnTo>
                  <a:pt x="0" y="5638800"/>
                </a:lnTo>
                <a:lnTo>
                  <a:pt x="381000" y="5638800"/>
                </a:lnTo>
                <a:moveTo>
                  <a:pt x="10439400" y="5638800"/>
                </a:moveTo>
                <a:lnTo>
                  <a:pt x="10820400" y="5638800"/>
                </a:lnTo>
                <a:lnTo>
                  <a:pt x="10820400" y="5257800"/>
                </a:lnTo>
              </a:path>
            </a:pathLst>
          </a:custGeom>
          <a:noFill/>
          <a:ln w="19050">
            <a:solidFill>
              <a:srgbClr val="C59B27"/>
            </a:solidFill>
          </a:ln>
        </p:spPr>
      </p:sp>
      <p:grpSp>
        <p:nvGrpSpPr>
          <p:cNvPr id="7" name="cover-badge"/>
          <p:cNvGrpSpPr/>
          <p:nvPr/>
        </p:nvGrpSpPr>
        <p:grpSpPr>
          <a:xfrm>
            <a:off x="1143000" y="1123950"/>
            <a:ext cx="2667000" cy="361950"/>
            <a:chOff x="1143000" y="1123950"/>
            <a:chExt cx="2667000" cy="361950"/>
          </a:xfrm>
        </p:grpSpPr>
        <p:sp>
          <p:nvSpPr>
            <p:cNvPr id="5" name="Rectangle 5"/>
            <p:cNvSpPr/>
            <p:nvPr/>
          </p:nvSpPr>
          <p:spPr>
            <a:xfrm>
              <a:off x="1143000" y="1123950"/>
              <a:ext cx="2667000" cy="361950"/>
            </a:xfrm>
            <a:prstGeom prst="roundRect">
              <a:avLst>
                <a:gd name="adj" fmla="val 10526"/>
              </a:avLst>
            </a:prstGeom>
            <a:solidFill>
              <a:srgbClr val="162E52"/>
            </a:solidFill>
            <a:ln w="11430">
              <a:solidFill>
                <a:srgbClr val="C59B27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48081" y="1222375"/>
              <a:ext cx="2256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【模板 1：封面页类别标签占位】</a:t>
              </a:r>
            </a:p>
          </p:txBody>
        </p:sp>
      </p:grpSp>
      <p:grpSp>
        <p:nvGrpSpPr>
          <p:cNvPr id="12" name="cover-title-block"/>
          <p:cNvGrpSpPr/>
          <p:nvPr/>
        </p:nvGrpSpPr>
        <p:grpSpPr>
          <a:xfrm>
            <a:off x="1126236" y="2032000"/>
            <a:ext cx="7680930" cy="1745996"/>
            <a:chOff x="1126236" y="2032000"/>
            <a:chExt cx="7680930" cy="1745996"/>
          </a:xfrm>
        </p:grpSpPr>
        <p:sp>
          <p:nvSpPr>
            <p:cNvPr id="8" name="TextBox 8"/>
            <p:cNvSpPr txBox="1"/>
            <p:nvPr/>
          </p:nvSpPr>
          <p:spPr>
            <a:xfrm>
              <a:off x="1126236" y="2032000"/>
              <a:ext cx="768093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论文主标题第一行占位文字 XXXXXXXX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6236" y="2622550"/>
              <a:ext cx="70408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2C15A"/>
                  </a:solidFill>
                  <a:latin typeface="+mn-lt"/>
                  <a:ea typeface="+mn-ea"/>
                  <a:cs typeface="+mn-cs"/>
                </a:rPr>
                <a:t>论文主标题第二行重点词占位 XXXX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314700"/>
              <a:ext cx="7239000" cy="28575"/>
            </a:xfrm>
            <a:prstGeom prst="rect">
              <a:avLst/>
            </a:prstGeom>
            <a:gradFill>
              <a:gsLst>
                <a:gs pos="0">
                  <a:srgbClr val="C59B27"/>
                </a:gs>
                <a:gs pos="65000">
                  <a:srgbClr val="E2C15A"/>
                </a:gs>
                <a:gs pos="100000">
                  <a:srgbClr val="1B365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6904" y="3543300"/>
              <a:ext cx="5890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5E1"/>
                  </a:solidFill>
                  <a:latin typeface="+mj-lt"/>
                  <a:ea typeface="+mj-ea"/>
                  <a:cs typeface="+mj-cs"/>
                </a:rPr>
                <a:t>English Subtitle Placeholder: XXXXXXXX XXXXXXXX XXXXXXXX XXXXXXXX</a:t>
              </a:r>
            </a:p>
          </p:txBody>
        </p:sp>
      </p:grpSp>
      <p:grpSp>
        <p:nvGrpSpPr>
          <p:cNvPr id="19" name="cover-meta-grid"/>
          <p:cNvGrpSpPr/>
          <p:nvPr/>
        </p:nvGrpSpPr>
        <p:grpSpPr>
          <a:xfrm>
            <a:off x="1143000" y="4552950"/>
            <a:ext cx="7566695" cy="819150"/>
            <a:chOff x="1143000" y="4552950"/>
            <a:chExt cx="7566695" cy="819150"/>
          </a:xfrm>
        </p:grpSpPr>
        <p:sp>
          <p:nvSpPr>
            <p:cNvPr id="13" name="Rectangle 13"/>
            <p:cNvSpPr/>
            <p:nvPr/>
          </p:nvSpPr>
          <p:spPr>
            <a:xfrm>
              <a:off x="1143000" y="4552950"/>
              <a:ext cx="38100" cy="81915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03414" y="4705350"/>
              <a:ext cx="2137671" cy="242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答 辩 人 ：</a:t>
              </a:r>
              <a:r>
                <a:rPr lang="zh-CN" sz="124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XXX（姓名占位）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3414" y="5105400"/>
              <a:ext cx="2560095" cy="242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专 业 ：</a:t>
              </a:r>
              <a:r>
                <a:rPr lang="zh-CN" sz="124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XXXXXX（专业名称占位）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05500" y="4552950"/>
              <a:ext cx="38100" cy="819150"/>
            </a:xfrm>
            <a:prstGeom prst="rect">
              <a:avLst/>
            </a:prstGeom>
            <a:solidFill>
              <a:srgbClr val="476B9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65914" y="4705350"/>
              <a:ext cx="2543781" cy="242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指导老师：</a:t>
              </a:r>
              <a:r>
                <a:rPr lang="zh-CN" sz="124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XXX 教授（导师占位）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65914" y="5105400"/>
              <a:ext cx="1958900" cy="242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汇报时间：</a:t>
              </a:r>
              <a:r>
                <a:rPr lang="zh-CN" sz="124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202X 年 XX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c-left-banner"/>
          <p:cNvGrpSpPr/>
          <p:nvPr/>
        </p:nvGrpSpPr>
        <p:grpSpPr>
          <a:xfrm>
            <a:off x="0" y="0"/>
            <a:ext cx="3429000" cy="6858000"/>
            <a:chOff x="0" y="0"/>
            <a:chExt cx="3429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429000" cy="6858000"/>
            </a:xfrm>
            <a:prstGeom prst="rect">
              <a:avLst/>
            </a:prstGeom>
            <a:gradFill>
              <a:gsLst>
                <a:gs pos="0">
                  <a:srgbClr val="13294B"/>
                </a:gs>
                <a:gs pos="100000">
                  <a:srgbClr val="1B365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390900" y="0"/>
              <a:ext cx="38100" cy="685800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02742" y="2406650"/>
              <a:ext cx="1069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59B27"/>
                  </a:solidFill>
                  <a:latin typeface="+mj-lt"/>
                  <a:ea typeface="+mj-ea"/>
                  <a:cs typeface="+mj-cs"/>
                </a:rPr>
                <a:t>CONTENTS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2762250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汇报提纲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3390900"/>
              <a:ext cx="838200" cy="3810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4266" y="3721100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【模板 2：经典四章目录页】</a:t>
              </a:r>
            </a:p>
          </p:txBody>
        </p:sp>
      </p:grpSp>
      <p:grpSp>
        <p:nvGrpSpPr>
          <p:cNvPr id="14" name="toc-item-1"/>
          <p:cNvGrpSpPr/>
          <p:nvPr/>
        </p:nvGrpSpPr>
        <p:grpSpPr>
          <a:xfrm>
            <a:off x="4000500" y="800100"/>
            <a:ext cx="7524750" cy="1162050"/>
            <a:chOff x="4000500" y="800100"/>
            <a:chExt cx="7524750" cy="1162050"/>
          </a:xfrm>
        </p:grpSpPr>
        <p:sp>
          <p:nvSpPr>
            <p:cNvPr id="9" name="Rectangle 9"/>
            <p:cNvSpPr/>
            <p:nvPr/>
          </p:nvSpPr>
          <p:spPr>
            <a:xfrm>
              <a:off x="4000500" y="800100"/>
              <a:ext cx="75247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  <a:effectLst>
              <a:outerShdw blurRad="95250" dist="28575" dir="5400000" algn="ctr" rotWithShape="0">
                <a:srgbClr val="0F2342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4000500" y="800100"/>
              <a:ext cx="838200" cy="1162050"/>
            </a:xfrm>
            <a:prstGeom prst="roundRect">
              <a:avLst>
                <a:gd name="adj" fmla="val 9091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39700" y="120650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97018" y="1016000"/>
              <a:ext cx="3396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第一章主标题占位文字 XXXXXXXX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00066" y="1454150"/>
              <a:ext cx="4876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1.1 小节标题占位 XXXX · 1.2 小节标题占位 XXXX · 1.3 小节标题占位 XXXX</a:t>
              </a:r>
            </a:p>
          </p:txBody>
        </p:sp>
      </p:grpSp>
      <p:grpSp>
        <p:nvGrpSpPr>
          <p:cNvPr id="20" name="toc-item-2"/>
          <p:cNvGrpSpPr/>
          <p:nvPr/>
        </p:nvGrpSpPr>
        <p:grpSpPr>
          <a:xfrm>
            <a:off x="4000500" y="2171700"/>
            <a:ext cx="7524750" cy="1162050"/>
            <a:chOff x="4000500" y="2171700"/>
            <a:chExt cx="7524750" cy="1162050"/>
          </a:xfrm>
        </p:grpSpPr>
        <p:sp>
          <p:nvSpPr>
            <p:cNvPr id="15" name="Rectangle 15"/>
            <p:cNvSpPr/>
            <p:nvPr/>
          </p:nvSpPr>
          <p:spPr>
            <a:xfrm>
              <a:off x="4000500" y="2171700"/>
              <a:ext cx="75247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  <a:effectLst>
              <a:outerShdw blurRad="95250" dist="28575" dir="5400000" algn="ctr" rotWithShape="0">
                <a:srgbClr val="0F2342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4000500" y="2171700"/>
              <a:ext cx="838200" cy="1162050"/>
            </a:xfrm>
            <a:prstGeom prst="roundRect">
              <a:avLst>
                <a:gd name="adj" fmla="val 9091"/>
              </a:avLst>
            </a:prstGeom>
            <a:solidFill>
              <a:srgbClr val="2C528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39700" y="257810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97018" y="2387600"/>
              <a:ext cx="3396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第二章主标题占位文字 XXXXXXXX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00066" y="2825750"/>
              <a:ext cx="4876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2.1 小节标题占位 XXXX · 2.2 小节标题占位 XXXX · 2.3 小节标题占位 XXXX</a:t>
              </a:r>
            </a:p>
          </p:txBody>
        </p:sp>
      </p:grpSp>
      <p:grpSp>
        <p:nvGrpSpPr>
          <p:cNvPr id="26" name="toc-item-3"/>
          <p:cNvGrpSpPr/>
          <p:nvPr/>
        </p:nvGrpSpPr>
        <p:grpSpPr>
          <a:xfrm>
            <a:off x="4000500" y="3543300"/>
            <a:ext cx="7524750" cy="1162050"/>
            <a:chOff x="4000500" y="3543300"/>
            <a:chExt cx="7524750" cy="1162050"/>
          </a:xfrm>
        </p:grpSpPr>
        <p:sp>
          <p:nvSpPr>
            <p:cNvPr id="21" name="Rectangle 21"/>
            <p:cNvSpPr/>
            <p:nvPr/>
          </p:nvSpPr>
          <p:spPr>
            <a:xfrm>
              <a:off x="4000500" y="3543300"/>
              <a:ext cx="7524750" cy="1162050"/>
            </a:xfrm>
            <a:prstGeom prst="roundRect">
              <a:avLst>
                <a:gd name="adj" fmla="val 6557"/>
              </a:avLst>
            </a:prstGeom>
            <a:solidFill>
              <a:srgbClr val="FFFBEB"/>
            </a:solidFill>
            <a:ln w="17145">
              <a:solidFill>
                <a:srgbClr val="C59B27"/>
              </a:solidFill>
            </a:ln>
            <a:effectLst>
              <a:outerShdw blurRad="95250" dist="28575" dir="5400000" algn="ctr" rotWithShape="0">
                <a:srgbClr val="0F2342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000500" y="3543300"/>
              <a:ext cx="838200" cy="1162050"/>
            </a:xfrm>
            <a:prstGeom prst="roundRect">
              <a:avLst>
                <a:gd name="adj" fmla="val 9091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39700" y="394970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7018" y="3759200"/>
              <a:ext cx="509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第三章主标题占位文字（核心章节高亮）XXXXXXXX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00066" y="4197350"/>
              <a:ext cx="4876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3.1 小节标题占位 XXXX · 3.2 小节标题占位 XXXX · 3.3 小节标题占位 XXXX</a:t>
              </a:r>
            </a:p>
          </p:txBody>
        </p:sp>
      </p:grpSp>
      <p:grpSp>
        <p:nvGrpSpPr>
          <p:cNvPr id="32" name="toc-item-4"/>
          <p:cNvGrpSpPr/>
          <p:nvPr/>
        </p:nvGrpSpPr>
        <p:grpSpPr>
          <a:xfrm>
            <a:off x="4000500" y="4914900"/>
            <a:ext cx="7524750" cy="1162050"/>
            <a:chOff x="4000500" y="4914900"/>
            <a:chExt cx="7524750" cy="1162050"/>
          </a:xfrm>
        </p:grpSpPr>
        <p:sp>
          <p:nvSpPr>
            <p:cNvPr id="27" name="Rectangle 27"/>
            <p:cNvSpPr/>
            <p:nvPr/>
          </p:nvSpPr>
          <p:spPr>
            <a:xfrm>
              <a:off x="4000500" y="4914900"/>
              <a:ext cx="752475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  <a:effectLst>
              <a:outerShdw blurRad="95250" dist="28575" dir="5400000" algn="ctr" rotWithShape="0">
                <a:srgbClr val="0F2342">
                  <a:alpha val="45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4000500" y="4914900"/>
              <a:ext cx="838200" cy="1162050"/>
            </a:xfrm>
            <a:prstGeom prst="roundRect">
              <a:avLst>
                <a:gd name="adj" fmla="val 9091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9700" y="532130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97018" y="5130800"/>
              <a:ext cx="3396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第四章主标题占位文字 XXXXXXXX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00066" y="5568950"/>
              <a:ext cx="4876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4.1 小节标题占位 XXXX · 4.2 小节标题占位 XXXX · 4.3 小节标题占位 XXXX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56046" y="6584950"/>
            <a:ext cx="3978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b="1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342"/>
            </a:gs>
            <a:gs pos="100000">
              <a:srgbClr val="1B365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gold-lin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59B27"/>
          </a:solidFill>
          <a:ln>
            <a:noFill/>
          </a:ln>
        </p:spPr>
      </p:sp>
      <p:sp>
        <p:nvSpPr>
          <p:cNvPr id="3" name="decor-frame"/>
          <p:cNvSpPr/>
          <p:nvPr/>
        </p:nvSpPr>
        <p:spPr>
          <a:xfrm>
            <a:off x="762000" y="685800"/>
            <a:ext cx="10668000" cy="5486400"/>
          </a:xfrm>
          <a:custGeom>
            <a:avLst/>
            <a:gdLst/>
            <a:ahLst/>
            <a:cxnLst/>
            <a:rect l="l" t="t" r="r" b="b"/>
            <a:pathLst>
              <a:path w="10668000" h="5486400">
                <a:moveTo>
                  <a:pt x="0" y="0"/>
                </a:moveTo>
                <a:lnTo>
                  <a:pt x="10668000" y="0"/>
                </a:lnTo>
                <a:lnTo>
                  <a:pt x="10668000" y="5486400"/>
                </a:lnTo>
                <a:lnTo>
                  <a:pt x="0" y="5486400"/>
                </a:lnTo>
                <a:close/>
              </a:path>
            </a:pathLst>
          </a:custGeom>
          <a:noFill/>
          <a:ln w="9525">
            <a:solidFill>
              <a:srgbClr val="2D4A77"/>
            </a:solidFill>
          </a:ln>
        </p:spPr>
      </p:sp>
      <p:grpSp>
        <p:nvGrpSpPr>
          <p:cNvPr id="7" name="sec-header"/>
          <p:cNvGrpSpPr/>
          <p:nvPr/>
        </p:nvGrpSpPr>
        <p:grpSpPr>
          <a:xfrm>
            <a:off x="1315974" y="2139950"/>
            <a:ext cx="8342223" cy="1193800"/>
            <a:chOff x="1315974" y="2139950"/>
            <a:chExt cx="8342223" cy="1193800"/>
          </a:xfrm>
        </p:grpSpPr>
        <p:sp>
          <p:nvSpPr>
            <p:cNvPr id="4" name="TextBox 4"/>
            <p:cNvSpPr txBox="1"/>
            <p:nvPr/>
          </p:nvSpPr>
          <p:spPr>
            <a:xfrm>
              <a:off x="1325118" y="2139950"/>
              <a:ext cx="1007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2C15A"/>
                  </a:solidFill>
                  <a:latin typeface="+mj-lt"/>
                  <a:ea typeface="+mj-ea"/>
                  <a:cs typeface="+mj-cs"/>
                </a:rPr>
                <a:t>PART 0X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15974" y="2609850"/>
              <a:ext cx="834222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【模板 3】章节主标题占位文字 XXXXXX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333500" y="3295650"/>
              <a:ext cx="4953000" cy="3810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</p:grpSp>
      <p:grpSp>
        <p:nvGrpSpPr>
          <p:cNvPr id="11" name="sec-subitems"/>
          <p:cNvGrpSpPr/>
          <p:nvPr/>
        </p:nvGrpSpPr>
        <p:grpSpPr>
          <a:xfrm>
            <a:off x="1326642" y="3968750"/>
            <a:ext cx="3978943" cy="1064133"/>
            <a:chOff x="1326642" y="3968750"/>
            <a:chExt cx="3978943" cy="1064133"/>
          </a:xfrm>
        </p:grpSpPr>
        <p:sp>
          <p:nvSpPr>
            <p:cNvPr id="8" name="TextBox 8"/>
            <p:cNvSpPr txBox="1"/>
            <p:nvPr/>
          </p:nvSpPr>
          <p:spPr>
            <a:xfrm>
              <a:off x="1326642" y="3968750"/>
              <a:ext cx="3978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2C15A"/>
                  </a:solidFill>
                  <a:latin typeface="+mn-lt"/>
                  <a:ea typeface="+mn-ea"/>
                  <a:cs typeface="+mn-cs"/>
                </a:rPr>
                <a:t>X.1 本章第一小节标题占位文字 XXXXXXXXXXXX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6642" y="4368800"/>
              <a:ext cx="3893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X.2 本章第二小节标题占位文字 XXXXXXXXXXXX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4768850"/>
              <a:ext cx="3893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X.3 本章第三小节标题占位文字 XXXXXXXXXXXX</a:t>
              </a:r>
            </a:p>
          </p:txBody>
        </p:sp>
      </p:grpSp>
      <p:grpSp>
        <p:nvGrpSpPr>
          <p:cNvPr id="14" name="sec-footer"/>
          <p:cNvGrpSpPr/>
          <p:nvPr/>
        </p:nvGrpSpPr>
        <p:grpSpPr>
          <a:xfrm>
            <a:off x="757238" y="6381750"/>
            <a:ext cx="10677524" cy="176212"/>
            <a:chOff x="757238" y="6381750"/>
            <a:chExt cx="10677524" cy="176212"/>
          </a:xfrm>
        </p:grpSpPr>
        <p:sp>
          <p:nvSpPr>
            <p:cNvPr id="12" name="TextBox 12"/>
            <p:cNvSpPr txBox="1"/>
            <p:nvPr/>
          </p:nvSpPr>
          <p:spPr>
            <a:xfrm>
              <a:off x="757238" y="6381750"/>
              <a:ext cx="25081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论文题目页脚占位：XXXXXXXXXXXXXXXXXXXX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064" y="6381750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E2C15A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ge-header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14350"/>
            </a:xfrm>
            <a:prstGeom prst="rect">
              <a:avLst/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514350"/>
              <a:ext cx="12192000" cy="1905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72999" y="152400"/>
              <a:ext cx="599286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【模板 4：上下双核重点 + 中部三栏轻量展开】页面主标题占位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23545" y="209550"/>
              <a:ext cx="13924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0X 章节导航面包屑占位</a:t>
              </a:r>
            </a:p>
          </p:txBody>
        </p:sp>
      </p:grpSp>
      <p:grpSp>
        <p:nvGrpSpPr>
          <p:cNvPr id="13" name="top-core-anchor"/>
          <p:cNvGrpSpPr/>
          <p:nvPr/>
        </p:nvGrpSpPr>
        <p:grpSpPr>
          <a:xfrm>
            <a:off x="381000" y="647700"/>
            <a:ext cx="11430000" cy="800100"/>
            <a:chOff x="381000" y="647700"/>
            <a:chExt cx="11430000" cy="800100"/>
          </a:xfrm>
        </p:grpSpPr>
        <p:sp>
          <p:nvSpPr>
            <p:cNvPr id="7" name="Rectangle 7"/>
            <p:cNvSpPr/>
            <p:nvPr/>
          </p:nvSpPr>
          <p:spPr>
            <a:xfrm>
              <a:off x="381000" y="647700"/>
              <a:ext cx="11430000" cy="800100"/>
            </a:xfrm>
            <a:prstGeom prst="roundRect">
              <a:avLst>
                <a:gd name="adj" fmla="val 9524"/>
              </a:avLst>
            </a:prstGeom>
            <a:solidFill>
              <a:srgbClr val="EDF4FC"/>
            </a:solidFill>
            <a:ln w="19050">
              <a:solidFill>
                <a:srgbClr val="1B365D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381000" y="647700"/>
              <a:ext cx="1219200" cy="800100"/>
            </a:xfrm>
            <a:prstGeom prst="roundRect">
              <a:avLst>
                <a:gd name="adj" fmla="val 9524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9496" y="8572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核心论点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399" y="1104900"/>
              <a:ext cx="6304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E2C15A"/>
                  </a:solidFill>
                  <a:latin typeface="+mn-lt"/>
                  <a:ea typeface="+mn-ea"/>
                  <a:cs typeface="+mn-cs"/>
                </a:rPr>
                <a:t>TOP POINT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3461" y="812800"/>
              <a:ext cx="6985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0953" indent="-160953">
                <a:buClr>
                  <a:srgbClr val="0F172A"/>
                </a:buClr>
                <a:buSzTx/>
                <a:buFontTx/>
                <a:buChar char="■"/>
              </a:pPr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此处放置本页第一核心观点主句占位（</a:t>
              </a:r>
              <a:r>
                <a:rPr lang="zh-CN" sz="14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19pt 特大加粗</a:t>
              </a:r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，一眼看清本页首要重点）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4604" y="1123950"/>
              <a:ext cx="6448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6017" indent="-136017">
                <a:buClr>
                  <a:srgbClr val="334155"/>
                </a:buClr>
                <a:buSzTx/>
                <a:buFontTx/>
                <a:buChar char="■"/>
              </a:pPr>
              <a:r>
                <a:rPr lang="zh-CN" sz="120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补充句占位：可放置一至两行高概括核心定性判断，与下方展开区形成鲜明字号层级差。</a:t>
              </a:r>
            </a:p>
          </p:txBody>
        </p:sp>
      </p:grpSp>
      <p:grpSp>
        <p:nvGrpSpPr>
          <p:cNvPr id="27" name="mid-col-1"/>
          <p:cNvGrpSpPr/>
          <p:nvPr/>
        </p:nvGrpSpPr>
        <p:grpSpPr>
          <a:xfrm>
            <a:off x="381000" y="1600200"/>
            <a:ext cx="3657600" cy="3924300"/>
            <a:chOff x="381000" y="1600200"/>
            <a:chExt cx="3657600" cy="3924300"/>
          </a:xfrm>
        </p:grpSpPr>
        <p:sp>
          <p:nvSpPr>
            <p:cNvPr id="14" name="Rectangle 14"/>
            <p:cNvSpPr/>
            <p:nvPr/>
          </p:nvSpPr>
          <p:spPr>
            <a:xfrm>
              <a:off x="381000" y="1600200"/>
              <a:ext cx="3657600" cy="3924300"/>
            </a:xfrm>
            <a:prstGeom prst="roundRect">
              <a:avLst>
                <a:gd name="adj" fmla="val 2083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" y="1600200"/>
              <a:ext cx="36576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81000" y="19621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5785" y="1698625"/>
              <a:ext cx="1891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01 辅助展开分项一标题占位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133600"/>
              <a:ext cx="3200400" cy="1333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1430">
              <a:solidFill>
                <a:srgbClr val="94A3B8"/>
              </a:solidFill>
              <a:custDash>
                <a:ds d="416667" sp="333333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5539" y="2616200"/>
              <a:ext cx="1988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示意图 / 核心数据框占位区 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1525" y="2876550"/>
              <a:ext cx="1096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Placeholder Box 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4266" y="3644900"/>
              <a:ext cx="193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展开论述小点标题占位 XXXX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647" y="39243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647" y="4152900"/>
              <a:ext cx="26220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采用 13pt 岩石灰常规体，视觉权重主动退后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266" y="4559300"/>
              <a:ext cx="2076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展开论述小点二标题占位 XXXX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4647" y="48387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647" y="50673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仅作支撑论据，不抢夺首尾核心框注意力</a:t>
              </a:r>
            </a:p>
          </p:txBody>
        </p:sp>
      </p:grpSp>
      <p:grpSp>
        <p:nvGrpSpPr>
          <p:cNvPr id="41" name="mid-col-2"/>
          <p:cNvGrpSpPr/>
          <p:nvPr/>
        </p:nvGrpSpPr>
        <p:grpSpPr>
          <a:xfrm>
            <a:off x="4267200" y="1600200"/>
            <a:ext cx="3657600" cy="3924300"/>
            <a:chOff x="4267200" y="1600200"/>
            <a:chExt cx="3657600" cy="3924300"/>
          </a:xfrm>
        </p:grpSpPr>
        <p:sp>
          <p:nvSpPr>
            <p:cNvPr id="28" name="Rectangle 28"/>
            <p:cNvSpPr/>
            <p:nvPr/>
          </p:nvSpPr>
          <p:spPr>
            <a:xfrm>
              <a:off x="4267200" y="1600200"/>
              <a:ext cx="3657600" cy="3924300"/>
            </a:xfrm>
            <a:prstGeom prst="roundRect">
              <a:avLst>
                <a:gd name="adj" fmla="val 2083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267200" y="1600200"/>
              <a:ext cx="36576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4267200" y="19621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51985" y="1698625"/>
              <a:ext cx="1891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02 辅助展开分项二标题占位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495800" y="2133600"/>
              <a:ext cx="3200400" cy="1333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1430">
              <a:solidFill>
                <a:srgbClr val="94A3B8"/>
              </a:solidFill>
              <a:custDash>
                <a:ds d="416667" sp="333333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01739" y="2616200"/>
              <a:ext cx="1988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示意图 / 核心数据框占位区 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47725" y="2876550"/>
              <a:ext cx="1096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Placeholder Box 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90466" y="3644900"/>
              <a:ext cx="193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展开论述小点标题占位 XXXX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90847" y="39243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90847" y="4152900"/>
              <a:ext cx="26220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采用 13pt 岩石灰常规体，视觉权重主动退后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90466" y="4559300"/>
              <a:ext cx="2076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展开论述小点二标题占位 XXXX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90847" y="48387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90847" y="50673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仅作支撑论据，不抢夺首尾核心框注意力</a:t>
              </a:r>
            </a:p>
          </p:txBody>
        </p:sp>
      </p:grpSp>
      <p:grpSp>
        <p:nvGrpSpPr>
          <p:cNvPr id="55" name="mid-col-3"/>
          <p:cNvGrpSpPr/>
          <p:nvPr/>
        </p:nvGrpSpPr>
        <p:grpSpPr>
          <a:xfrm>
            <a:off x="8153400" y="1600200"/>
            <a:ext cx="3657600" cy="3924300"/>
            <a:chOff x="8153400" y="1600200"/>
            <a:chExt cx="3657600" cy="3924300"/>
          </a:xfrm>
        </p:grpSpPr>
        <p:sp>
          <p:nvSpPr>
            <p:cNvPr id="42" name="Rectangle 42"/>
            <p:cNvSpPr/>
            <p:nvPr/>
          </p:nvSpPr>
          <p:spPr>
            <a:xfrm>
              <a:off x="8153400" y="1600200"/>
              <a:ext cx="3657600" cy="3924300"/>
            </a:xfrm>
            <a:prstGeom prst="roundRect">
              <a:avLst>
                <a:gd name="adj" fmla="val 2083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53400" y="1600200"/>
              <a:ext cx="36576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8153400" y="19621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8185" y="1698625"/>
              <a:ext cx="1891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03 辅助展开分项三标题占位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382000" y="2133600"/>
              <a:ext cx="3200400" cy="1333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1430">
              <a:solidFill>
                <a:srgbClr val="94A3B8"/>
              </a:solidFill>
              <a:custDash>
                <a:ds d="416667" sp="333333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87939" y="2616200"/>
              <a:ext cx="1988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示意图 / 核心数据框占位区 ]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33925" y="2876550"/>
              <a:ext cx="1096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Placeholder Box 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6666" y="3644900"/>
              <a:ext cx="193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展开论述小点标题占位 XXXX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7047" y="39243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77047" y="4152900"/>
              <a:ext cx="26220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采用 13pt 岩石灰常规体，视觉权重主动退后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6666" y="4559300"/>
              <a:ext cx="2076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展开论述小点二标题占位 XXXX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77047" y="4838700"/>
              <a:ext cx="2665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此处为辅助展开说明文字占位符 XXXXXXXXXX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77047" y="50673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仅作支撑论据，不抢夺首尾核心框注意力</a:t>
              </a:r>
            </a:p>
          </p:txBody>
        </p:sp>
      </p:grpSp>
      <p:grpSp>
        <p:nvGrpSpPr>
          <p:cNvPr id="61" name="bottom-core-anchor"/>
          <p:cNvGrpSpPr/>
          <p:nvPr/>
        </p:nvGrpSpPr>
        <p:grpSpPr>
          <a:xfrm>
            <a:off x="381000" y="5676900"/>
            <a:ext cx="11430000" cy="762000"/>
            <a:chOff x="381000" y="5676900"/>
            <a:chExt cx="11430000" cy="762000"/>
          </a:xfrm>
        </p:grpSpPr>
        <p:sp>
          <p:nvSpPr>
            <p:cNvPr id="56" name="Rectangle 56"/>
            <p:cNvSpPr/>
            <p:nvPr/>
          </p:nvSpPr>
          <p:spPr>
            <a:xfrm>
              <a:off x="381000" y="5676900"/>
              <a:ext cx="11430000" cy="762000"/>
            </a:xfrm>
            <a:prstGeom prst="roundRect">
              <a:avLst>
                <a:gd name="adj" fmla="val 10000"/>
              </a:avLst>
            </a:prstGeom>
            <a:solidFill>
              <a:srgbClr val="FFFBEB"/>
            </a:solidFill>
            <a:ln w="20955">
              <a:solidFill>
                <a:srgbClr val="C59B27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381000" y="5676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9496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核心结论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3852" y="6127750"/>
              <a:ext cx="773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EF3C7"/>
                  </a:solidFill>
                  <a:latin typeface="+mn-lt"/>
                  <a:ea typeface="+mn-ea"/>
                  <a:cs typeface="+mn-cs"/>
                </a:rPr>
                <a:t>KEY TAKEAWAY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83080" y="5956300"/>
              <a:ext cx="78884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此处放置本页收口核心结论占位文字（</a:t>
              </a:r>
              <a:r>
                <a:rPr lang="zh-CN" sz="15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20pt 特大加粗</a:t>
              </a:r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，与顶部核心论点首尾呼应）！</a:t>
              </a:r>
            </a:p>
          </p:txBody>
        </p:sp>
      </p:grpSp>
      <p:grpSp>
        <p:nvGrpSpPr>
          <p:cNvPr id="64" name="page-footer"/>
          <p:cNvGrpSpPr/>
          <p:nvPr/>
        </p:nvGrpSpPr>
        <p:grpSpPr>
          <a:xfrm>
            <a:off x="376238" y="6604000"/>
            <a:ext cx="11439524" cy="161925"/>
            <a:chOff x="376238" y="6604000"/>
            <a:chExt cx="11439524" cy="161925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604000"/>
              <a:ext cx="2286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论文题目页脚占位：XXXXXXXXXXXXXXXXXXXX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17946" y="6604000"/>
              <a:ext cx="397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ge-header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14350"/>
            </a:xfrm>
            <a:prstGeom prst="rect">
              <a:avLst/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514350"/>
              <a:ext cx="12192000" cy="1905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72999" y="152400"/>
              <a:ext cx="68308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【模板 5：顶部“难点+思路”双核 + 中部双栏模型展开 + 底部核心指标】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65928" y="209550"/>
              <a:ext cx="12500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 核心研究内容占位</a:t>
              </a:r>
            </a:p>
          </p:txBody>
        </p:sp>
      </p:grpSp>
      <p:grpSp>
        <p:nvGrpSpPr>
          <p:cNvPr id="15" name="top-core-anchor"/>
          <p:cNvGrpSpPr/>
          <p:nvPr/>
        </p:nvGrpSpPr>
        <p:grpSpPr>
          <a:xfrm>
            <a:off x="381000" y="647700"/>
            <a:ext cx="11430000" cy="876300"/>
            <a:chOff x="381000" y="647700"/>
            <a:chExt cx="11430000" cy="876300"/>
          </a:xfrm>
        </p:grpSpPr>
        <p:sp>
          <p:nvSpPr>
            <p:cNvPr id="7" name="Rectangle 7"/>
            <p:cNvSpPr/>
            <p:nvPr/>
          </p:nvSpPr>
          <p:spPr>
            <a:xfrm>
              <a:off x="381000" y="647700"/>
              <a:ext cx="11430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1B365D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381000" y="64770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762000"/>
              <a:ext cx="914400" cy="285750"/>
            </a:xfrm>
            <a:prstGeom prst="roundRect">
              <a:avLst>
                <a:gd name="adj" fmla="val 13333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764" y="8255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核心难点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0492" y="806450"/>
              <a:ext cx="5761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此处放置本页拟突破的核心科学或工程难点占位文字（</a:t>
              </a:r>
              <a:r>
                <a:rPr lang="zh-CN" sz="13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18pt 加粗突出</a:t>
              </a:r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1123950"/>
              <a:ext cx="914400" cy="285750"/>
            </a:xfrm>
            <a:prstGeom prst="roundRect">
              <a:avLst>
                <a:gd name="adj" fmla="val 13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8764" y="1187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解决思路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0492" y="1168400"/>
              <a:ext cx="5942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（核心方法名称占位）</a:t>
              </a:r>
              <a:r>
                <a:rPr lang="zh-C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此处放置本页核心解决思路主句占位（18pt 加粗）</a:t>
              </a:r>
            </a:p>
          </p:txBody>
        </p:sp>
      </p:grpSp>
      <p:grpSp>
        <p:nvGrpSpPr>
          <p:cNvPr id="27" name="mid-left-panel"/>
          <p:cNvGrpSpPr/>
          <p:nvPr/>
        </p:nvGrpSpPr>
        <p:grpSpPr>
          <a:xfrm>
            <a:off x="381000" y="1676400"/>
            <a:ext cx="5562600" cy="3848100"/>
            <a:chOff x="381000" y="1676400"/>
            <a:chExt cx="5562600" cy="3848100"/>
          </a:xfrm>
        </p:grpSpPr>
        <p:sp>
          <p:nvSpPr>
            <p:cNvPr id="16" name="Rectangle 16"/>
            <p:cNvSpPr/>
            <p:nvPr/>
          </p:nvSpPr>
          <p:spPr>
            <a:xfrm>
              <a:off x="381000" y="1676400"/>
              <a:ext cx="5562600" cy="384810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1000" y="1676400"/>
              <a:ext cx="55626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20383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1774825"/>
              <a:ext cx="2907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一、左侧机理模型 / 算法流程展开标题占位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209800"/>
              <a:ext cx="5105400" cy="1752600"/>
            </a:xfrm>
            <a:prstGeom prst="roundRect">
              <a:avLst>
                <a:gd name="adj" fmla="val 3261"/>
              </a:avLst>
            </a:prstGeom>
            <a:solidFill>
              <a:srgbClr val="F8FAFC"/>
            </a:solidFill>
            <a:ln w="11430">
              <a:solidFill>
                <a:srgbClr val="94A3B8"/>
              </a:solidFill>
              <a:custDash>
                <a:ds d="416667" sp="333333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75568" y="2851150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架构框图 / 状态转移示意图占位区 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66984" y="3143250"/>
              <a:ext cx="1590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Diagram / Flow Placeholder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266" y="4197350"/>
              <a:ext cx="2578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辅助展开要点一占位：XXXXXXXXXXXX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647" y="4476750"/>
              <a:ext cx="35785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补充说明文字控制在 1~2 行以内，采用 13pt 浅灰字避免拥挤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4266" y="4845050"/>
              <a:ext cx="2578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9015" indent="-119015">
                <a:buClr>
                  <a:srgbClr val="334155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辅助展开要点二占位：XXXXXXXXXXXX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647" y="5124450"/>
              <a:ext cx="320915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补充说明文字控制在 1~2 行以内，服务于上方解决思路</a:t>
              </a:r>
            </a:p>
          </p:txBody>
        </p:sp>
      </p:grpSp>
      <p:grpSp>
        <p:nvGrpSpPr>
          <p:cNvPr id="40" name="mid-right-panel"/>
          <p:cNvGrpSpPr/>
          <p:nvPr/>
        </p:nvGrpSpPr>
        <p:grpSpPr>
          <a:xfrm>
            <a:off x="6248400" y="1676400"/>
            <a:ext cx="5562600" cy="3848100"/>
            <a:chOff x="6248400" y="1676400"/>
            <a:chExt cx="5562600" cy="38481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676400"/>
              <a:ext cx="5562600" cy="384810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1676400"/>
              <a:ext cx="5562600" cy="361950"/>
            </a:xfrm>
            <a:prstGeom prst="roundRect">
              <a:avLst>
                <a:gd name="adj" fmla="val 2105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248400" y="20383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1285" y="1774825"/>
              <a:ext cx="3058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二、右侧数学形式化 / 理论性质展开标题占位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2209800"/>
              <a:ext cx="5105400" cy="1143000"/>
            </a:xfrm>
            <a:prstGeom prst="roundRect">
              <a:avLst>
                <a:gd name="adj" fmla="val 5000"/>
              </a:avLst>
            </a:prstGeom>
            <a:solidFill>
              <a:srgbClr val="F8FAFC"/>
            </a:solidFill>
            <a:ln w="11430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62547" y="2362200"/>
              <a:ext cx="20161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核心数学定义 / 算子表达式占位：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4"/>
                <p:cNvSpPr txBox="1"/>
                <p:nvPr/>
              </p:nvSpPr>
              <p:spPr>
                <a:xfrm>
                  <a:off x="7699903" y="2702157"/>
                  <a:ext cx="2659593" cy="3212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script"/>
                          <m:sty m:val="p"/>
                        </m:rPr>
                        <a:rPr lang="zh-CN" sz="1280" dirty="0">
                          <a:solidFill>
                            <a:srgbClr val="1B365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B365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B365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B365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B365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B365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B365D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B365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B365D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bound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35" name="TextBox 35"/>
                <p:cNvSpPr txBox="1"/>
                <p:nvPr/>
              </p:nvSpPr>
              <p:spPr>
                <a:xfrm>
                  <a:off x="7699903" y="2702157"/>
                  <a:ext cx="2659593" cy="3212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l-GR" sz="1280" b="1" dirty="0">
                      <a:solidFill>
                        <a:srgbClr val="1B365D"/>
                      </a:solidFill>
                      <a:latin typeface="+mj-lt"/>
                      <a:ea typeface="+mj-ea"/>
                      <a:cs typeface="+mj-cs"/>
                    </a:rPr>
                    <a:t>F(x) = Σ α_i · Ψ_θ(x_i) ≤ ε_bound</a:t>
                  </a:r>
                </a:p>
              </p:txBody>
            </p:sp>
          </mc:Fallback>
        </mc:AlternateContent>
        <p:sp>
          <p:nvSpPr>
            <p:cNvPr id="36" name="TextBox 36"/>
            <p:cNvSpPr txBox="1"/>
            <p:nvPr/>
          </p:nvSpPr>
          <p:spPr>
            <a:xfrm>
              <a:off x="6662738" y="3086100"/>
              <a:ext cx="2936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符号说明占位：Ψ_θ 为局部算子，ε_bound 为误差上界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3524250"/>
              <a:ext cx="5105400" cy="1752600"/>
            </a:xfrm>
            <a:prstGeom prst="roundRect">
              <a:avLst>
                <a:gd name="adj" fmla="val 3261"/>
              </a:avLst>
            </a:prstGeom>
            <a:solidFill>
              <a:srgbClr val="F8FAFC"/>
            </a:solidFill>
            <a:ln w="11430">
              <a:solidFill>
                <a:srgbClr val="94A3B8"/>
              </a:solidFill>
              <a:custDash>
                <a:ds d="416667" sp="333333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94088" y="4197350"/>
              <a:ext cx="2271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定理性质 / 误差对比子图占位区 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7975" y="4476750"/>
              <a:ext cx="2243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Sub-chart / Property Box Placeholder</a:t>
              </a:r>
            </a:p>
          </p:txBody>
        </p:sp>
      </p:grpSp>
      <p:grpSp>
        <p:nvGrpSpPr>
          <p:cNvPr id="46" name="bottom-core-anchor"/>
          <p:cNvGrpSpPr/>
          <p:nvPr/>
        </p:nvGrpSpPr>
        <p:grpSpPr>
          <a:xfrm>
            <a:off x="381000" y="5676900"/>
            <a:ext cx="11430000" cy="762000"/>
            <a:chOff x="381000" y="5676900"/>
            <a:chExt cx="11430000" cy="762000"/>
          </a:xfrm>
        </p:grpSpPr>
        <p:sp>
          <p:nvSpPr>
            <p:cNvPr id="41" name="Rectangle 41"/>
            <p:cNvSpPr/>
            <p:nvPr/>
          </p:nvSpPr>
          <p:spPr>
            <a:xfrm>
              <a:off x="381000" y="5676900"/>
              <a:ext cx="11430000" cy="762000"/>
            </a:xfrm>
            <a:prstGeom prst="roundRect">
              <a:avLst>
                <a:gd name="adj" fmla="val 10000"/>
              </a:avLst>
            </a:prstGeom>
            <a:solidFill>
              <a:srgbClr val="FFFBEB"/>
            </a:solidFill>
            <a:ln w="20955">
              <a:solidFill>
                <a:srgbClr val="C59B27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381000" y="5676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496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核心成效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666" y="6127750"/>
              <a:ext cx="6218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EF3C7"/>
                  </a:solidFill>
                  <a:latin typeface="+mn-lt"/>
                  <a:ea typeface="+mn-ea"/>
                  <a:cs typeface="+mn-cs"/>
                </a:rPr>
                <a:t>KEY RESULT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83080" y="5956300"/>
              <a:ext cx="74846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此处放置本页最终研究结论或理论突破占位文字（</a:t>
              </a:r>
              <a:r>
                <a:rPr lang="zh-CN" sz="15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20pt 特大加粗</a:t>
              </a:r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，醒目收口）！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376238" y="6604000"/>
            <a:ext cx="11439524" cy="161925"/>
            <a:chOff x="376238" y="6604000"/>
            <a:chExt cx="11439524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376238" y="6604000"/>
              <a:ext cx="2286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论文题目页脚占位：XXXXXXXXXXXXXXXXXXXX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17946" y="6604000"/>
              <a:ext cx="397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ge-header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14350"/>
            </a:xfrm>
            <a:prstGeom prst="rect">
              <a:avLst/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514350"/>
              <a:ext cx="12192000" cy="1905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72999" y="152400"/>
              <a:ext cx="556746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【模板 6：底栏单核一锤定音 + 上中部五列对比表格版式】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34000" y="209550"/>
              <a:ext cx="13819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 国内外研究现状占位</a:t>
              </a:r>
            </a:p>
          </p:txBody>
        </p:sp>
      </p:grpSp>
      <p:grpSp>
        <p:nvGrpSpPr>
          <p:cNvPr id="48" name="mid-master-table"/>
          <p:cNvGrpSpPr/>
          <p:nvPr/>
        </p:nvGrpSpPr>
        <p:grpSpPr>
          <a:xfrm>
            <a:off x="381000" y="685800"/>
            <a:ext cx="11430000" cy="4343400"/>
            <a:chOff x="381000" y="685800"/>
            <a:chExt cx="11430000" cy="4343400"/>
          </a:xfrm>
        </p:grpSpPr>
        <p:sp>
          <p:nvSpPr>
            <p:cNvPr id="7" name="Rectangle 7"/>
            <p:cNvSpPr/>
            <p:nvPr/>
          </p:nvSpPr>
          <p:spPr>
            <a:xfrm>
              <a:off x="381000" y="685800"/>
              <a:ext cx="11430000" cy="4343400"/>
            </a:xfrm>
            <a:prstGeom prst="roundRect">
              <a:avLst>
                <a:gd name="adj" fmla="val 175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685800"/>
              <a:ext cx="11430000" cy="419100"/>
            </a:xfrm>
            <a:prstGeom prst="roundRect">
              <a:avLst>
                <a:gd name="adj" fmla="val 1818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1049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4266" y="8255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第一列：技术流派占位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71166" y="8255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第二列：代表性工作占位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1916" y="8255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第三列：核心贡献占位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3666" y="8255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第四列：本质局限占位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0166" y="8255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第五列：移植壁垒占位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81000" y="24003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266" y="151130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01 技术流派一名称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4647" y="17716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类别副标题占位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1547" y="152400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A et al. (2022)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1547" y="177165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B et al. (2023)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2297" y="15240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此处放置该流派核心思路占位文字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2297" y="177165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34047" y="1524000"/>
              <a:ext cx="18568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此处放置本质局限描述占位文字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4047" y="177165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10547" y="1524000"/>
              <a:ext cx="12993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壁垒关键词占位 XXXX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10547" y="1771650"/>
              <a:ext cx="1413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具体失配原因占位 XXXX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0525" y="2409825"/>
              <a:ext cx="11410950" cy="1295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81000" y="37147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266" y="282575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02 技术流派二名称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647" y="30861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类别副标题占位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71547" y="283845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C et al. (2020)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1547" y="308610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D et al. (2021)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62297" y="283845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此处放置该流派核心思路占位文字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62297" y="308610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34047" y="2838450"/>
              <a:ext cx="18568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此处放置本质局限描述占位文字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4047" y="308610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10547" y="2838450"/>
              <a:ext cx="12993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壁垒关键词占位 XXXX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0547" y="3086100"/>
              <a:ext cx="1413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具体失配原因占位 XXXX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4266" y="414020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03 技术流派三名称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4647" y="44005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类别副标题占位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1547" y="415290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E et al. (2018)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71547" y="4400550"/>
              <a:ext cx="1456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Author F et al. (2022)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62297" y="41529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此处放置该流派核心思路占位文字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2297" y="440055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4047" y="4152900"/>
              <a:ext cx="18568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此处放置本质局限描述占位文字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4047" y="4400550"/>
              <a:ext cx="20512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XXXXXXXXXXXX（13pt 辅助灰字）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10547" y="4152900"/>
              <a:ext cx="12993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壁垒关键词占位 XXXX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10547" y="4400550"/>
              <a:ext cx="1413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具体失配原因占位 XXXX</a:t>
              </a:r>
            </a:p>
          </p:txBody>
        </p:sp>
      </p:grpSp>
      <p:grpSp>
        <p:nvGrpSpPr>
          <p:cNvPr id="57" name="bottom-dominant-anchor"/>
          <p:cNvGrpSpPr/>
          <p:nvPr/>
        </p:nvGrpSpPr>
        <p:grpSpPr>
          <a:xfrm>
            <a:off x="381000" y="5181600"/>
            <a:ext cx="11430000" cy="1257300"/>
            <a:chOff x="381000" y="5181600"/>
            <a:chExt cx="11430000" cy="1257300"/>
          </a:xfrm>
        </p:grpSpPr>
        <p:sp>
          <p:nvSpPr>
            <p:cNvPr id="49" name="Rectangle 49"/>
            <p:cNvSpPr/>
            <p:nvPr/>
          </p:nvSpPr>
          <p:spPr>
            <a:xfrm>
              <a:off x="381000" y="5181600"/>
              <a:ext cx="11430000" cy="1257300"/>
            </a:xfrm>
            <a:prstGeom prst="roundRect">
              <a:avLst>
                <a:gd name="adj" fmla="val 7576"/>
              </a:avLst>
            </a:prstGeom>
            <a:solidFill>
              <a:srgbClr val="FFFBEB"/>
            </a:solidFill>
            <a:ln w="23812">
              <a:solidFill>
                <a:srgbClr val="B45309"/>
              </a:solidFill>
            </a:ln>
            <a:effectLst>
              <a:outerShdw blurRad="114300" dist="38100" dir="5400000" algn="ctr" rotWithShape="0">
                <a:srgbClr val="0F2342">
                  <a:alpha val="90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381000" y="5181600"/>
              <a:ext cx="1371600" cy="1257300"/>
            </a:xfrm>
            <a:prstGeom prst="roundRect">
              <a:avLst>
                <a:gd name="adj" fmla="val 7576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714500" y="5181600"/>
              <a:ext cx="47625" cy="125730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6468" y="5588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核心结论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011" y="587375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2C15A"/>
                  </a:solidFill>
                  <a:latin typeface="+mn-lt"/>
                  <a:ea typeface="+mn-ea"/>
                  <a:cs typeface="+mn-cs"/>
                </a:rPr>
                <a:t>&amp; 本课题突破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973199" y="5391150"/>
              <a:ext cx="922695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★ 【研究断层与核心突破主句占位】此处采用 </a:t>
              </a:r>
              <a:r>
                <a:rPr lang="zh-CN" sz="15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21pt 特大加粗字体</a:t>
              </a:r>
              <a:r>
                <a:rPr lang="zh-CN" sz="15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，成为全页唯一的强视觉焦点！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75104" y="5791200"/>
              <a:ext cx="7518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6017" indent="-136017">
                <a:buClr>
                  <a:srgbClr val="1B365D"/>
                </a:buClr>
                <a:buSzTx/>
                <a:buFontTx/>
                <a:buChar char="■"/>
              </a:pPr>
              <a:r>
                <a:rPr lang="zh-CN" sz="120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突破点一占位：上方表格仅作背景铺垫，评委视线直接汇聚于底部这一块核心突破总结（16pt 加粗）；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75104" y="6076950"/>
              <a:ext cx="6444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6017" indent="-136017">
                <a:buClr>
                  <a:srgbClr val="1B365D"/>
                </a:buClr>
                <a:buSzTx/>
                <a:buFontTx/>
                <a:buChar char="■"/>
              </a:pPr>
              <a:r>
                <a:rPr lang="zh-CN" sz="120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突破点二占位：定量指标或方法论质变总结占位文字 XXXXXXXXXXXXXXXXXXXXXXXX。</a:t>
              </a:r>
            </a:p>
          </p:txBody>
        </p:sp>
      </p:grpSp>
      <p:grpSp>
        <p:nvGrpSpPr>
          <p:cNvPr id="60" name="page-footer"/>
          <p:cNvGrpSpPr/>
          <p:nvPr/>
        </p:nvGrpSpPr>
        <p:grpSpPr>
          <a:xfrm>
            <a:off x="376238" y="6604000"/>
            <a:ext cx="11439524" cy="161925"/>
            <a:chOff x="376238" y="6604000"/>
            <a:chExt cx="11439524" cy="161925"/>
          </a:xfrm>
        </p:grpSpPr>
        <p:sp>
          <p:nvSpPr>
            <p:cNvPr id="58" name="TextBox 58"/>
            <p:cNvSpPr txBox="1"/>
            <p:nvPr/>
          </p:nvSpPr>
          <p:spPr>
            <a:xfrm>
              <a:off x="376238" y="6604000"/>
              <a:ext cx="2286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论文题目页脚占位：XXXXXXXXXXXXXXXXXXXX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17946" y="6604000"/>
              <a:ext cx="397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ge-header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14350"/>
            </a:xfrm>
            <a:prstGeom prst="rect">
              <a:avLst/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514350"/>
              <a:ext cx="12192000" cy="19050"/>
            </a:xfrm>
            <a:prstGeom prst="rect">
              <a:avLst/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72999" y="152400"/>
              <a:ext cx="54318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【模板 7：上下双核重点 + 中部 3×4 总体架构矩阵版式】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65928" y="209550"/>
              <a:ext cx="12500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 总体研究架构占位</a:t>
              </a:r>
            </a:p>
          </p:txBody>
        </p:sp>
      </p:grpSp>
      <p:grpSp>
        <p:nvGrpSpPr>
          <p:cNvPr id="11" name="top-core-anchor"/>
          <p:cNvGrpSpPr/>
          <p:nvPr/>
        </p:nvGrpSpPr>
        <p:grpSpPr>
          <a:xfrm>
            <a:off x="381000" y="647700"/>
            <a:ext cx="11430000" cy="685800"/>
            <a:chOff x="381000" y="647700"/>
            <a:chExt cx="11430000" cy="685800"/>
          </a:xfrm>
        </p:grpSpPr>
        <p:sp>
          <p:nvSpPr>
            <p:cNvPr id="7" name="Rectangle 7"/>
            <p:cNvSpPr/>
            <p:nvPr/>
          </p:nvSpPr>
          <p:spPr>
            <a:xfrm>
              <a:off x="381000" y="647700"/>
              <a:ext cx="11430000" cy="685800"/>
            </a:xfrm>
            <a:prstGeom prst="roundRect">
              <a:avLst>
                <a:gd name="adj" fmla="val 11111"/>
              </a:avLst>
            </a:prstGeom>
            <a:solidFill>
              <a:srgbClr val="EDF4FC"/>
            </a:solidFill>
            <a:ln w="19050">
              <a:solidFill>
                <a:srgbClr val="1B365D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381000" y="647700"/>
              <a:ext cx="1219200" cy="685800"/>
            </a:xfrm>
            <a:prstGeom prst="roundRect">
              <a:avLst>
                <a:gd name="adj" fmla="val 11111"/>
              </a:avLst>
            </a:prstGeom>
            <a:solidFill>
              <a:srgbClr val="1B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9496" y="8953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总体主线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83461" y="889000"/>
              <a:ext cx="8705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0953" indent="-160953">
                <a:buClr>
                  <a:srgbClr val="0F172A"/>
                </a:buClr>
                <a:buSzTx/>
                <a:buFontTx/>
                <a:buChar char="■"/>
              </a:pPr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此处放置总体研究架构一句话核心主线占位（</a:t>
              </a:r>
              <a:r>
                <a:rPr lang="zh-CN" sz="142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19pt 加粗</a:t>
              </a:r>
              <a:r>
                <a:rPr lang="zh-CN" sz="14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：三大研究内容横向咬合，双回路纵向闭环）</a:t>
              </a:r>
            </a:p>
          </p:txBody>
        </p:sp>
      </p:grpSp>
      <p:grpSp>
        <p:nvGrpSpPr>
          <p:cNvPr id="24" name="row-headers"/>
          <p:cNvGrpSpPr/>
          <p:nvPr/>
        </p:nvGrpSpPr>
        <p:grpSpPr>
          <a:xfrm>
            <a:off x="381000" y="1885950"/>
            <a:ext cx="914400" cy="3638550"/>
            <a:chOff x="381000" y="1885950"/>
            <a:chExt cx="914400" cy="3638550"/>
          </a:xfrm>
        </p:grpSpPr>
        <p:sp>
          <p:nvSpPr>
            <p:cNvPr id="12" name="Rectangle 12"/>
            <p:cNvSpPr/>
            <p:nvPr/>
          </p:nvSpPr>
          <p:spPr>
            <a:xfrm>
              <a:off x="381000" y="1885950"/>
              <a:ext cx="914400" cy="781050"/>
            </a:xfrm>
            <a:prstGeom prst="roundRect">
              <a:avLst>
                <a:gd name="adj" fmla="val 7317"/>
              </a:avLst>
            </a:prstGeom>
            <a:solidFill>
              <a:srgbClr val="F1F5F9"/>
            </a:solidFill>
            <a:ln w="1143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0839" y="21209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第一层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1122" y="23431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痛点占位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781300"/>
              <a:ext cx="914400" cy="838200"/>
            </a:xfrm>
            <a:prstGeom prst="roundRect">
              <a:avLst>
                <a:gd name="adj" fmla="val 6818"/>
              </a:avLst>
            </a:prstGeom>
            <a:solidFill>
              <a:srgbClr val="F1F5F9"/>
            </a:solidFill>
            <a:ln w="11430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0839" y="3035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1122" y="32575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机理占位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1000" y="3733800"/>
              <a:ext cx="914400" cy="914400"/>
            </a:xfrm>
            <a:prstGeom prst="roundRect">
              <a:avLst>
                <a:gd name="adj" fmla="val 6250"/>
              </a:avLst>
            </a:prstGeom>
            <a:solidFill>
              <a:srgbClr val="F1F5F9"/>
            </a:solidFill>
            <a:ln w="11430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0839" y="40259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B365D"/>
                  </a:solidFill>
                  <a:latin typeface="+mn-lt"/>
                  <a:ea typeface="+mn-ea"/>
                  <a:cs typeface="+mn-cs"/>
                </a:rPr>
                <a:t>第三层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1122" y="42481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方法占位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4762500"/>
              <a:ext cx="914400" cy="762000"/>
            </a:xfrm>
            <a:prstGeom prst="roundRect">
              <a:avLst>
                <a:gd name="adj" fmla="val 7500"/>
              </a:avLst>
            </a:prstGeom>
            <a:solidFill>
              <a:srgbClr val="F1F5F9"/>
            </a:solidFill>
            <a:ln w="11430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0839" y="49784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第四层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1122" y="52006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产出占位</a:t>
              </a:r>
            </a:p>
          </p:txBody>
        </p:sp>
      </p:grpSp>
      <p:grpSp>
        <p:nvGrpSpPr>
          <p:cNvPr id="35" name="matrix-col-1"/>
          <p:cNvGrpSpPr/>
          <p:nvPr/>
        </p:nvGrpSpPr>
        <p:grpSpPr>
          <a:xfrm>
            <a:off x="1447800" y="1466850"/>
            <a:ext cx="3276600" cy="4057650"/>
            <a:chOff x="1447800" y="1466850"/>
            <a:chExt cx="3276600" cy="4057650"/>
          </a:xfrm>
        </p:grpSpPr>
        <p:sp>
          <p:nvSpPr>
            <p:cNvPr id="25" name="Rectangle 25"/>
            <p:cNvSpPr/>
            <p:nvPr/>
          </p:nvSpPr>
          <p:spPr>
            <a:xfrm>
              <a:off x="1447800" y="1466850"/>
              <a:ext cx="3276600" cy="342900"/>
            </a:xfrm>
            <a:prstGeom prst="roundRect">
              <a:avLst>
                <a:gd name="adj" fmla="val 16667"/>
              </a:avLst>
            </a:prstGeom>
            <a:solidFill>
              <a:srgbClr val="2C528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48662" y="1558925"/>
              <a:ext cx="1674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研究内容一标题占位 XXXX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447800" y="1885950"/>
              <a:ext cx="32766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58843" y="2209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1-1 关键词占位 ]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447800" y="2781300"/>
              <a:ext cx="32766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58843" y="31242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1-2 关键词占位 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447800" y="3733800"/>
              <a:ext cx="32766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358843" y="4114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1-3 关键词占位 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47800" y="4762500"/>
              <a:ext cx="3276600" cy="76200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>
              <a:solidFill>
                <a:srgbClr val="94A3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89597" y="5067300"/>
              <a:ext cx="1393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[ 产出 1 占位：XXXX ]</a:t>
              </a:r>
            </a:p>
          </p:txBody>
        </p:sp>
      </p:grpSp>
      <p:grpSp>
        <p:nvGrpSpPr>
          <p:cNvPr id="46" name="matrix-col-2"/>
          <p:cNvGrpSpPr/>
          <p:nvPr/>
        </p:nvGrpSpPr>
        <p:grpSpPr>
          <a:xfrm>
            <a:off x="4991100" y="1466850"/>
            <a:ext cx="3276600" cy="4057650"/>
            <a:chOff x="4991100" y="1466850"/>
            <a:chExt cx="3276600" cy="4057650"/>
          </a:xfrm>
        </p:grpSpPr>
        <p:sp>
          <p:nvSpPr>
            <p:cNvPr id="36" name="Rectangle 36"/>
            <p:cNvSpPr/>
            <p:nvPr/>
          </p:nvSpPr>
          <p:spPr>
            <a:xfrm>
              <a:off x="4991100" y="1466850"/>
              <a:ext cx="3276600" cy="342900"/>
            </a:xfrm>
            <a:prstGeom prst="roundRect">
              <a:avLst>
                <a:gd name="adj" fmla="val 16667"/>
              </a:avLst>
            </a:prstGeom>
            <a:solidFill>
              <a:srgbClr val="2C528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91962" y="1558925"/>
              <a:ext cx="1674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研究内容二标题占位 XXXX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91100" y="1885950"/>
              <a:ext cx="32766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2143" y="2209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2-1 关键词占位 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91100" y="2781300"/>
              <a:ext cx="32766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2143" y="31242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2-2 关键词占位 ]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91100" y="3733800"/>
              <a:ext cx="32766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2143" y="4114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2-3 关键词占位 ]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991100" y="4762500"/>
              <a:ext cx="3276600" cy="76200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>
              <a:solidFill>
                <a:srgbClr val="94A3B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32897" y="5067300"/>
              <a:ext cx="1393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[ 产出 2 占位：XXXX ]</a:t>
              </a:r>
            </a:p>
          </p:txBody>
        </p:sp>
      </p:grpSp>
      <p:grpSp>
        <p:nvGrpSpPr>
          <p:cNvPr id="57" name="matrix-col-3"/>
          <p:cNvGrpSpPr/>
          <p:nvPr/>
        </p:nvGrpSpPr>
        <p:grpSpPr>
          <a:xfrm>
            <a:off x="8534400" y="1466850"/>
            <a:ext cx="3276600" cy="4057650"/>
            <a:chOff x="8534400" y="1466850"/>
            <a:chExt cx="3276600" cy="4057650"/>
          </a:xfrm>
        </p:grpSpPr>
        <p:sp>
          <p:nvSpPr>
            <p:cNvPr id="47" name="Rectangle 47"/>
            <p:cNvSpPr/>
            <p:nvPr/>
          </p:nvSpPr>
          <p:spPr>
            <a:xfrm>
              <a:off x="8534400" y="1466850"/>
              <a:ext cx="3276600" cy="342900"/>
            </a:xfrm>
            <a:prstGeom prst="roundRect">
              <a:avLst>
                <a:gd name="adj" fmla="val 16667"/>
              </a:avLst>
            </a:prstGeom>
            <a:solidFill>
              <a:srgbClr val="2C528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35262" y="1558925"/>
              <a:ext cx="1674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研究内容三标题占位 XXXX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34400" y="1885950"/>
              <a:ext cx="32766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45443" y="2209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3-1 关键词占位 ]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34400" y="2781300"/>
              <a:ext cx="32766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45443" y="31242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3-2 关键词占位 ]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34400" y="3733800"/>
              <a:ext cx="32766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45443" y="41148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[ 模块 3-3 关键词占位 ]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34400" y="4762500"/>
              <a:ext cx="3276600" cy="76200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>
              <a:solidFill>
                <a:srgbClr val="94A3B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76197" y="5067300"/>
              <a:ext cx="1393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[ 产出 3 占位：XXXX ]</a:t>
              </a:r>
            </a:p>
          </p:txBody>
        </p:sp>
      </p:grpSp>
      <p:grpSp>
        <p:nvGrpSpPr>
          <p:cNvPr id="63" name="bottom-core-anchor"/>
          <p:cNvGrpSpPr/>
          <p:nvPr/>
        </p:nvGrpSpPr>
        <p:grpSpPr>
          <a:xfrm>
            <a:off x="381000" y="5676900"/>
            <a:ext cx="11430000" cy="762000"/>
            <a:chOff x="381000" y="5676900"/>
            <a:chExt cx="11430000" cy="762000"/>
          </a:xfrm>
        </p:grpSpPr>
        <p:sp>
          <p:nvSpPr>
            <p:cNvPr id="58" name="Rectangle 58"/>
            <p:cNvSpPr/>
            <p:nvPr/>
          </p:nvSpPr>
          <p:spPr>
            <a:xfrm>
              <a:off x="381000" y="5676900"/>
              <a:ext cx="11430000" cy="762000"/>
            </a:xfrm>
            <a:prstGeom prst="roundRect">
              <a:avLst>
                <a:gd name="adj" fmla="val 10000"/>
              </a:avLst>
            </a:prstGeom>
            <a:solidFill>
              <a:srgbClr val="FFFBEB"/>
            </a:solidFill>
            <a:ln w="20955">
              <a:solidFill>
                <a:srgbClr val="C59B27"/>
              </a:solidFill>
            </a:ln>
            <a:effectLst>
              <a:outerShdw blurRad="114300" dist="38100" dir="5400000" algn="ctr" rotWithShape="0">
                <a:srgbClr val="0F2342">
                  <a:alpha val="75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381000" y="5676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9496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闭环结论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8020" y="6127750"/>
              <a:ext cx="785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EF3C7"/>
                  </a:solidFill>
                  <a:latin typeface="+mn-lt"/>
                  <a:ea typeface="+mn-ea"/>
                  <a:cs typeface="+mn-cs"/>
                </a:rPr>
                <a:t>CLOSED-LOOP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83080" y="5956300"/>
              <a:ext cx="8696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此处放置总体架构闭环核心结论占位文字（</a:t>
              </a:r>
              <a:r>
                <a:rPr lang="zh-CN" sz="15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20pt 特大加粗</a:t>
              </a:r>
              <a:r>
                <a:rPr lang="zh-CN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，突出内闭环与外闭环协同作用）！</a:t>
              </a:r>
            </a:p>
          </p:txBody>
        </p:sp>
      </p:grpSp>
      <p:grpSp>
        <p:nvGrpSpPr>
          <p:cNvPr id="66" name="page-footer"/>
          <p:cNvGrpSpPr/>
          <p:nvPr/>
        </p:nvGrpSpPr>
        <p:grpSpPr>
          <a:xfrm>
            <a:off x="376238" y="6604000"/>
            <a:ext cx="11439524" cy="161925"/>
            <a:chOff x="376238" y="6604000"/>
            <a:chExt cx="11439524" cy="161925"/>
          </a:xfrm>
        </p:grpSpPr>
        <p:sp>
          <p:nvSpPr>
            <p:cNvPr id="64" name="TextBox 64"/>
            <p:cNvSpPr txBox="1"/>
            <p:nvPr/>
          </p:nvSpPr>
          <p:spPr>
            <a:xfrm>
              <a:off x="376238" y="6604000"/>
              <a:ext cx="2286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论文题目页脚占位：XXXXXXXXXXXXXXXXXXXX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17946" y="6604000"/>
              <a:ext cx="397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342"/>
            </a:gs>
            <a:gs pos="60000">
              <a:srgbClr val="1B365D"/>
            </a:gs>
            <a:gs pos="100000">
              <a:srgbClr val="23457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gold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59B27"/>
          </a:solidFill>
          <a:ln>
            <a:noFill/>
          </a:ln>
        </p:spPr>
      </p:sp>
      <p:sp>
        <p:nvSpPr>
          <p:cNvPr id="3" name="bg-subtle-frame"/>
          <p:cNvSpPr/>
          <p:nvPr/>
        </p:nvSpPr>
        <p:spPr>
          <a:xfrm>
            <a:off x="685800" y="609600"/>
            <a:ext cx="10820400" cy="5638800"/>
          </a:xfrm>
          <a:custGeom>
            <a:avLst/>
            <a:gdLst/>
            <a:ahLst/>
            <a:cxnLst/>
            <a:rect l="l" t="t" r="r" b="b"/>
            <a:pathLst>
              <a:path w="10820400" h="5638800">
                <a:moveTo>
                  <a:pt x="0" y="0"/>
                </a:moveTo>
                <a:lnTo>
                  <a:pt x="10820400" y="0"/>
                </a:lnTo>
                <a:lnTo>
                  <a:pt x="10820400" y="5638800"/>
                </a:lnTo>
                <a:lnTo>
                  <a:pt x="0" y="5638800"/>
                </a:lnTo>
                <a:close/>
              </a:path>
            </a:pathLst>
          </a:custGeom>
          <a:noFill/>
          <a:ln w="9525">
            <a:solidFill>
              <a:srgbClr val="335687">
                <a:alpha val="55000"/>
              </a:srgbClr>
            </a:solidFill>
          </a:ln>
        </p:spPr>
      </p:sp>
      <p:sp>
        <p:nvSpPr>
          <p:cNvPr id="4" name="bg-corner-accent"/>
          <p:cNvSpPr/>
          <p:nvPr/>
        </p:nvSpPr>
        <p:spPr>
          <a:xfrm>
            <a:off x="685800" y="609600"/>
            <a:ext cx="10820400" cy="5638800"/>
          </a:xfrm>
          <a:custGeom>
            <a:avLst/>
            <a:gdLst/>
            <a:ahLst/>
            <a:cxnLst/>
            <a:rect l="l" t="t" r="r" b="b"/>
            <a:pathLst>
              <a:path w="10820400" h="5638800">
                <a:moveTo>
                  <a:pt x="0" y="381000"/>
                </a:moveTo>
                <a:lnTo>
                  <a:pt x="0" y="0"/>
                </a:lnTo>
                <a:lnTo>
                  <a:pt x="381000" y="0"/>
                </a:lnTo>
                <a:moveTo>
                  <a:pt x="10439400" y="0"/>
                </a:moveTo>
                <a:lnTo>
                  <a:pt x="10820400" y="0"/>
                </a:lnTo>
                <a:lnTo>
                  <a:pt x="10820400" y="381000"/>
                </a:lnTo>
                <a:moveTo>
                  <a:pt x="0" y="5257800"/>
                </a:moveTo>
                <a:lnTo>
                  <a:pt x="0" y="5638800"/>
                </a:lnTo>
                <a:lnTo>
                  <a:pt x="381000" y="5638800"/>
                </a:lnTo>
                <a:moveTo>
                  <a:pt x="10439400" y="5638800"/>
                </a:moveTo>
                <a:lnTo>
                  <a:pt x="10820400" y="5638800"/>
                </a:lnTo>
                <a:lnTo>
                  <a:pt x="10820400" y="5257800"/>
                </a:lnTo>
              </a:path>
            </a:pathLst>
          </a:custGeom>
          <a:noFill/>
          <a:ln w="19050">
            <a:solidFill>
              <a:srgbClr val="C59B27"/>
            </a:solidFill>
          </a:ln>
        </p:spPr>
      </p:sp>
      <p:grpSp>
        <p:nvGrpSpPr>
          <p:cNvPr id="10" name="ending-center-block"/>
          <p:cNvGrpSpPr/>
          <p:nvPr/>
        </p:nvGrpSpPr>
        <p:grpSpPr>
          <a:xfrm>
            <a:off x="2476500" y="2476500"/>
            <a:ext cx="7239000" cy="2154809"/>
            <a:chOff x="2476500" y="2476500"/>
            <a:chExt cx="7239000" cy="2154809"/>
          </a:xfrm>
        </p:grpSpPr>
        <p:sp>
          <p:nvSpPr>
            <p:cNvPr id="5" name="TextBox 5"/>
            <p:cNvSpPr txBox="1"/>
            <p:nvPr/>
          </p:nvSpPr>
          <p:spPr>
            <a:xfrm>
              <a:off x="4596435" y="2476500"/>
              <a:ext cx="2999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2C15A"/>
                  </a:solidFill>
                  <a:latin typeface="+mj-lt"/>
                  <a:ea typeface="+mj-ea"/>
                  <a:cs typeface="+mj-cs"/>
                </a:rPr>
                <a:t>THANK YOU FOR YOUR ATTENTION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927604" y="294640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敬请各位评审专家批评指正！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476500" y="3733800"/>
              <a:ext cx="7239000" cy="28575"/>
            </a:xfrm>
            <a:prstGeom prst="rect">
              <a:avLst/>
            </a:prstGeom>
            <a:gradFill>
              <a:gsLst>
                <a:gs pos="0">
                  <a:srgbClr val="1B365D"/>
                </a:gs>
                <a:gs pos="50000">
                  <a:srgbClr val="E2C15A"/>
                </a:gs>
                <a:gs pos="100000">
                  <a:srgbClr val="1B365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307037" y="4032250"/>
              <a:ext cx="5577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【模板 8：经典致谢页】论文主标题占位文字 XXXXXXXXXXXX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17657" y="4425950"/>
              <a:ext cx="3356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答辩人：XXX · 指导教师：XXX 教授 · 202X 年 XX 月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03814" y="5962650"/>
            <a:ext cx="4356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E2C15A"/>
                </a:solidFill>
                <a:latin typeface="+mn-lt"/>
                <a:ea typeface="+mn-ea"/>
                <a:cs typeface="+mn-c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stroprism_style_template_v3">
  <a:themeElements>
    <a:clrScheme name="astroprism_style_template_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troprism_style_template_v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troprism_style_template_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2026-10-23T06:01:01Z</dcterms:created>
  <dcterms:modified xsi:type="dcterms:W3CDTF">2026-10-23T06:01:01Z</dcterms:modified>
  <cp:category/>
  <cp:contentStatus/>
</cp:coreProperties>
</file>